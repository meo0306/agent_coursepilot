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B0 Synthetic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Fixed point one</a:t>
            </a:r>
          </a:p>
          <a:p>
            <a:pPr/>
            <a:r>
              <a:t>Fixed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synthetic-chunk-1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f4e28"/>
      </a:accent1>
      <a:accent2>
        <a:srgbClr val="ed7d31"/>
      </a:accent2>
      <a:accent3>
        <a:srgbClr val="fce4d6"/>
      </a:accent3>
      <a:accent4>
        <a:srgbClr val="8064A2"/>
      </a:accent4>
      <a:accent5>
        <a:srgbClr val="ed7d31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f4e28"/>
      </a:accent1>
      <a:accent2>
        <a:srgbClr val="ed7d31"/>
      </a:accent2>
      <a:accent3>
        <a:srgbClr val="fce4d6"/>
      </a:accent3>
      <a:accent4>
        <a:srgbClr val="8064A2"/>
      </a:accent4>
      <a:accent5>
        <a:srgbClr val="ed7d31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