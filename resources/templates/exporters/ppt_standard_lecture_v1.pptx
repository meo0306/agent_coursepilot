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Reference: synthetic | - | page=- | chunk=synthetic-chunk-1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Reference: synthetic | - | page=- | chunk=synthetic-chunk-1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B0 Synthetic Course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Topic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Fixed point one</a:t>
            </a:r>
          </a:p>
          <a:p>
            <a:pPr/>
            <a:r>
              <a:t>Fixed point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synthetic-chunk-1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